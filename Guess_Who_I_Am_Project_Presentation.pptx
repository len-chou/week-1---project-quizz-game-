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914400"/>
            <a:ext cx="3291840" cy="3291840"/>
          </a:xfrm>
          <a:prstGeom prst="ellipse">
            <a:avLst/>
          </a:prstGeom>
          <a:solidFill>
            <a:srgbClr val="242E42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5303520"/>
            <a:ext cx="2560320" cy="2560320"/>
          </a:xfrm>
          <a:prstGeom prst="ellipse">
            <a:avLst/>
          </a:prstGeom>
          <a:solidFill>
            <a:srgbClr val="242E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7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 PROJECT — PYTHON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EF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 Who I Am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terminal guessing game where three clues are all you get to unmask a mystery celebrity — guess wrong three times in a row and it's game over.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7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PITCH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B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computer secretly picks a celebrity.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B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three clues, one at a time, to guess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B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before you run out of tries.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wrong guess costs a point. If you're still wrong after the third and final clue, the game reveals the answer and ends right there — it does not move on to another celebrity.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309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EF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2331720" cy="1097280"/>
          </a:xfrm>
          <a:prstGeom prst="roundRect">
            <a:avLst>
              <a:gd name="adj" fmla="val 5000"/>
            </a:avLst>
          </a:prstGeom>
          <a:ln w="12700">
            <a:solidFill>
              <a:srgbClr val="59C9A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9264" y="14813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F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Pick a person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175564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random.choice() grabs one name from the list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172968" y="1783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10712" y="1371600"/>
            <a:ext cx="2331720" cy="1097280"/>
          </a:xfrm>
          <a:prstGeom prst="roundRect">
            <a:avLst>
              <a:gd name="adj" fmla="val 5000"/>
            </a:avLst>
          </a:prstGeom>
          <a:ln w="12700">
            <a:solidFill>
              <a:srgbClr val="59C9A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7016" y="14813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F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Reveal a clue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57016" y="175564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vague, gets more specific each round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783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98464" y="1371600"/>
            <a:ext cx="2331720" cy="1097280"/>
          </a:xfrm>
          <a:prstGeom prst="roundRect">
            <a:avLst>
              <a:gd name="adj" fmla="val 5000"/>
            </a:avLst>
          </a:prstGeom>
          <a:ln w="12700">
            <a:solidFill>
              <a:srgbClr val="59C9A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4768" y="14813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F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Player guesses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175564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input() takes the guess, typed as text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1783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86216" y="1371600"/>
            <a:ext cx="2331720" cy="1097280"/>
          </a:xfrm>
          <a:prstGeom prst="roundRect">
            <a:avLst>
              <a:gd name="adj" fmla="val 5000"/>
            </a:avLst>
          </a:prstGeom>
          <a:ln w="12700">
            <a:solidFill>
              <a:srgbClr val="59C9A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32520" y="14813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F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Check it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175564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to the answer, ignoring capitalization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" y="2743200"/>
            <a:ext cx="4896612" cy="1005840"/>
          </a:xfrm>
          <a:prstGeom prst="roundRect">
            <a:avLst>
              <a:gd name="adj" fmla="val 5455"/>
            </a:avLst>
          </a:prstGeom>
          <a:ln w="12700">
            <a:solidFill>
              <a:srgbClr val="59C9A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2871216"/>
            <a:ext cx="4530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C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200400"/>
            <a:ext cx="45308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won — the game moves on to a new mystery person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21324" y="2743200"/>
            <a:ext cx="4896612" cy="1005840"/>
          </a:xfrm>
          <a:prstGeom prst="roundRect">
            <a:avLst>
              <a:gd name="adj" fmla="val 5455"/>
            </a:avLst>
          </a:prstGeom>
          <a:ln w="12700">
            <a:solidFill>
              <a:srgbClr val="F270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04204" y="2871216"/>
            <a:ext cx="4530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04204" y="3200400"/>
            <a:ext cx="45308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point, next clue appears — up to 3 tries per round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4023360"/>
            <a:ext cx="10094976" cy="868680"/>
          </a:xfrm>
          <a:prstGeom prst="roundRect">
            <a:avLst>
              <a:gd name="adj" fmla="val 6316"/>
            </a:avLst>
          </a:prstGeom>
          <a:ln w="12700">
            <a:solidFill>
              <a:srgbClr val="3A435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4128" y="415137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all 3 clues are used without a correct guess, the game ends immediately — no other celebrities are shown. The final score is the total number of wrong guesses made before that happened.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309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7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CHALLENGES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Challenges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2674620"/>
            <a:ext cx="91440" cy="91440"/>
          </a:xfrm>
          <a:prstGeom prst="ellipse">
            <a:avLst/>
          </a:prstGeom>
          <a:solidFill>
            <a:srgbClr val="F270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23774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errors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72491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lot of small syntax mistakes — missing colons, indentation, quotes in the wrong place.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47472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3954780"/>
            <a:ext cx="91440" cy="91440"/>
          </a:xfrm>
          <a:prstGeom prst="ellipse">
            <a:avLst/>
          </a:prstGeom>
          <a:solidFill>
            <a:srgbClr val="F270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36576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the pieces fit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0050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lot of bits of code that worked fine individually but broke once I put them all together.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5234940"/>
            <a:ext cx="91440" cy="91440"/>
          </a:xfrm>
          <a:prstGeom prst="ellipse">
            <a:avLst/>
          </a:prstGeom>
          <a:solidFill>
            <a:srgbClr val="F270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71600" y="49377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sensitivity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528523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guesses that were correct but didn't match because of capitalization.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309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536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828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clues = {"name": [3 clues]} stores every celebrity with their own set of clues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53712" y="137160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36592" y="1536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36592" y="1828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famous_people tracks who's left to guess, shrinking after each round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84464" y="137160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67344" y="1536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loop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467344" y="1828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game going round after round — but loops again only after a correct guess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999232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1638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loop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45643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index in range(3): walks through that person's 3 clues one by one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53712" y="2999232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36592" y="31638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36592" y="345643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guess.lower() == secret_person.lower(): checks every answer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84464" y="2999232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67344" y="31638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467344" y="345643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play_game() packages the whole game so it runs with one call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4672584"/>
            <a:ext cx="10890504" cy="68580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24128" y="4764024"/>
            <a:ext cx="10488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EF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dictionary, a for loop and a while loop working together.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EF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 wrong 3 times and the game stops.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309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EF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sample round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10515600" cy="3291840"/>
          </a:xfrm>
          <a:prstGeom prst="roundRect">
            <a:avLst>
              <a:gd name="adj" fmla="val 1667"/>
            </a:avLst>
          </a:prstGeom>
          <a:ln w="12700">
            <a:solidFill>
              <a:srgbClr val="59C9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10515600" cy="2926080"/>
          </a:xfrm>
          <a:prstGeom prst="roundRect">
            <a:avLst>
              <a:gd name="adj" fmla="val 1875"/>
            </a:avLst>
          </a:prstGeom>
          <a:solidFill>
            <a:srgbClr val="0F1420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1399032"/>
            <a:ext cx="128016" cy="128016"/>
          </a:xfrm>
          <a:prstGeom prst="ellipse">
            <a:avLst/>
          </a:prstGeom>
          <a:solidFill>
            <a:srgbClr val="F16A5C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1399032"/>
            <a:ext cx="128016" cy="128016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7" name="Shape 5"/>
          <p:cNvSpPr/>
          <p:nvPr/>
        </p:nvSpPr>
        <p:spPr>
          <a:xfrm>
            <a:off x="1453896" y="1399032"/>
            <a:ext cx="128016" cy="128016"/>
          </a:xfrm>
          <a:prstGeom prst="ellipse">
            <a:avLst/>
          </a:prstGeom>
          <a:solidFill>
            <a:srgbClr val="59C9A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4712" y="1874520"/>
            <a:ext cx="9912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I'm a female singer from the USA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" y="2180844"/>
            <a:ext cx="9912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do you think it is? Beyoncé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4712" y="2487168"/>
            <a:ext cx="9912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7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 guess. Wrong answers: 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" y="2793492"/>
            <a:ext cx="9912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am originally from Barbados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" y="3099816"/>
            <a:ext cx="9912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do you think it is? Rihanna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" y="3406140"/>
            <a:ext cx="9912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C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Correct! It was Rihanna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" y="3712464"/>
            <a:ext cx="9912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" y="4018788"/>
            <a:ext cx="9912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third wrong guess here would have ended the game instead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" y="4325112"/>
            <a:ext cx="9912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moving on to the next celebrity.)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09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could go next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" y="16002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C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levels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96596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clues, or a shorter guess limit, for a harder mode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53712" y="137160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6002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C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tracking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96596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results across games and show a leaderboard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84464" y="137160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D2C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85632" y="16002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C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cast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485632" y="196596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more categories of famous people to the dictionary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83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7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questions?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309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2026-09-18T08:39:34Z</dcterms:created>
  <dcterms:modified xsi:type="dcterms:W3CDTF">2026-09-18T08:39:34Z</dcterms:modified>
</cp:coreProperties>
</file>